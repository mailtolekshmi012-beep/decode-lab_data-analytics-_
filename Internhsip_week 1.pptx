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75" r:id="rId5"/>
    <p:sldId id="260" r:id="rId6"/>
    <p:sldId id="262" r:id="rId7"/>
    <p:sldId id="261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92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2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329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5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87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26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7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85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9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6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B01E67F-1051-475F-9620-048FC8CD5DF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33E66E4-4433-4930-AC39-1CE16B988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65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D3A1-79DB-2E19-4C9F-E2848947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E519F0-E02C-57AF-A83E-9A845C0A25BA}"/>
              </a:ext>
            </a:extLst>
          </p:cNvPr>
          <p:cNvSpPr txBox="1"/>
          <p:nvPr/>
        </p:nvSpPr>
        <p:spPr>
          <a:xfrm>
            <a:off x="3490452" y="2627359"/>
            <a:ext cx="80427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 err="1"/>
              <a:t>DecodeLabs</a:t>
            </a:r>
            <a:r>
              <a:rPr lang="en-IN" sz="3200" dirty="0"/>
              <a:t> Data Analytics Internship – Project 1</a:t>
            </a:r>
          </a:p>
        </p:txBody>
      </p:sp>
    </p:spTree>
    <p:extLst>
      <p:ext uri="{BB962C8B-B14F-4D97-AF65-F5344CB8AC3E}">
        <p14:creationId xmlns:p14="http://schemas.microsoft.com/office/powerpoint/2010/main" val="35025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2542-6D3C-2693-299F-55F82322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867A6-6605-DD4F-A540-AE6FC2EDC4EE}"/>
              </a:ext>
            </a:extLst>
          </p:cNvPr>
          <p:cNvSpPr txBox="1"/>
          <p:nvPr/>
        </p:nvSpPr>
        <p:spPr>
          <a:xfrm>
            <a:off x="2497393" y="1260676"/>
            <a:ext cx="7197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Data Cleaning &amp; Preparation using Python (Pandas)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2E125-DFFC-11A2-441E-F24B86180EA6}"/>
              </a:ext>
            </a:extLst>
          </p:cNvPr>
          <p:cNvSpPr txBox="1"/>
          <p:nvPr/>
        </p:nvSpPr>
        <p:spPr>
          <a:xfrm>
            <a:off x="3048000" y="2692794"/>
            <a:ext cx="66466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Tools Used: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Pandas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Visual Studio Code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Excel </a:t>
            </a:r>
          </a:p>
        </p:txBody>
      </p:sp>
    </p:spTree>
    <p:extLst>
      <p:ext uri="{BB962C8B-B14F-4D97-AF65-F5344CB8AC3E}">
        <p14:creationId xmlns:p14="http://schemas.microsoft.com/office/powerpoint/2010/main" val="151301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198B4-29EF-04C5-E949-CF8A82E2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136B13-4E33-0A97-569D-08C32350041D}"/>
              </a:ext>
            </a:extLst>
          </p:cNvPr>
          <p:cNvSpPr txBox="1"/>
          <p:nvPr/>
        </p:nvSpPr>
        <p:spPr>
          <a:xfrm>
            <a:off x="4414683" y="1083695"/>
            <a:ext cx="6096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Project 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953DF-3FA1-E489-D36C-BE1B167DFBCC}"/>
              </a:ext>
            </a:extLst>
          </p:cNvPr>
          <p:cNvSpPr txBox="1"/>
          <p:nvPr/>
        </p:nvSpPr>
        <p:spPr>
          <a:xfrm>
            <a:off x="1750141" y="2000297"/>
            <a:ext cx="96257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Goal:</a:t>
            </a:r>
            <a:br>
              <a:rPr lang="en-IN" dirty="0"/>
            </a:br>
            <a:r>
              <a:rPr lang="en-IN" dirty="0"/>
              <a:t>Clean a raw e-commerce dataset by identifying and correcting data quality issues.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Tasks Performed: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Identified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Checked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Corrected date formats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Standardized text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Validated numeric fields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Created a cleaned dataset</a:t>
            </a:r>
          </a:p>
        </p:txBody>
      </p:sp>
    </p:spTree>
    <p:extLst>
      <p:ext uri="{BB962C8B-B14F-4D97-AF65-F5344CB8AC3E}">
        <p14:creationId xmlns:p14="http://schemas.microsoft.com/office/powerpoint/2010/main" val="222921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90B7-952B-CF68-2297-51A7D209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D8B6B-1086-9937-6EF6-0F9B473ADA11}"/>
              </a:ext>
            </a:extLst>
          </p:cNvPr>
          <p:cNvSpPr txBox="1"/>
          <p:nvPr/>
        </p:nvSpPr>
        <p:spPr>
          <a:xfrm>
            <a:off x="3376962" y="2298710"/>
            <a:ext cx="67555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r>
              <a:rPr lang="en-IN" dirty="0"/>
              <a:t>Total Records: 1200 </a:t>
            </a:r>
          </a:p>
          <a:p>
            <a:r>
              <a:rPr lang="en-IN" dirty="0"/>
              <a:t>Total Features: 14 </a:t>
            </a:r>
          </a:p>
          <a:p>
            <a:r>
              <a:rPr lang="en-IN" dirty="0"/>
              <a:t>Date Range: Jan 2023 – Jun 2025 </a:t>
            </a:r>
          </a:p>
          <a:p>
            <a:r>
              <a:rPr lang="en-IN" dirty="0"/>
              <a:t>Dataset Type: E-commerce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3A951-6471-A3AC-2295-40435F8B08A1}"/>
              </a:ext>
            </a:extLst>
          </p:cNvPr>
          <p:cNvSpPr txBox="1"/>
          <p:nvPr/>
        </p:nvSpPr>
        <p:spPr>
          <a:xfrm>
            <a:off x="3706761" y="5134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Add Dataset Statistics</a:t>
            </a:r>
          </a:p>
        </p:txBody>
      </p:sp>
    </p:spTree>
    <p:extLst>
      <p:ext uri="{BB962C8B-B14F-4D97-AF65-F5344CB8AC3E}">
        <p14:creationId xmlns:p14="http://schemas.microsoft.com/office/powerpoint/2010/main" val="134904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AEFF4-DF77-3647-52DE-ECE36559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4F97EC1-3569-4A79-9DB8-CC79407D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7A6DC-3747-220E-0509-D1AD8373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16" r="-1" b="-1"/>
          <a:stretch>
            <a:fillRect/>
          </a:stretch>
        </p:blipFill>
        <p:spPr>
          <a:xfrm>
            <a:off x="899160" y="1"/>
            <a:ext cx="1039368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3E08444-43C3-4332-B02D-F2DBC8C1D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9160" y="0"/>
            <a:ext cx="1039368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52DC6-C894-E5BF-373A-008333E01071}"/>
              </a:ext>
            </a:extLst>
          </p:cNvPr>
          <p:cNvSpPr txBox="1"/>
          <p:nvPr/>
        </p:nvSpPr>
        <p:spPr>
          <a:xfrm>
            <a:off x="1261872" y="723331"/>
            <a:ext cx="9418320" cy="38759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848F31-B9E9-4B45-86EB-66A7D70D4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129873" y="5397500"/>
            <a:ext cx="2550319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31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1DE7A-1CB6-B31E-9078-E5006C97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FFDA05-9640-4040-B33E-D46FD0443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5A7C7-8756-FBEB-9F0E-E41A7FE0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25" b="-1"/>
          <a:stretch>
            <a:fillRect/>
          </a:stretch>
        </p:blipFill>
        <p:spPr>
          <a:xfrm>
            <a:off x="20" y="10"/>
            <a:ext cx="122072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2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52691-9411-7969-C727-F047F838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7774A38E-EDB4-5C85-862E-93F98EE064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D41211-E9AD-5C2C-7A44-54AA37B23BA1}"/>
              </a:ext>
            </a:extLst>
          </p:cNvPr>
          <p:cNvSpPr txBox="1"/>
          <p:nvPr/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spc="-50">
                <a:latin typeface="+mj-lt"/>
                <a:ea typeface="+mj-ea"/>
                <a:cs typeface="+mj-cs"/>
              </a:rPr>
              <a:t>Data Cleaning Process</a:t>
            </a:r>
          </a:p>
        </p:txBody>
      </p:sp>
    </p:spTree>
    <p:extLst>
      <p:ext uri="{BB962C8B-B14F-4D97-AF65-F5344CB8AC3E}">
        <p14:creationId xmlns:p14="http://schemas.microsoft.com/office/powerpoint/2010/main" val="394091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D0A68-0134-E4EF-6D8B-21B5DE7C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89AE6DA-A080-475C-BE02-EF343FBA6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33EF95-E91B-40C4-A692-E9106529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53CAC5D-D424-4EE2-A0C2-72ED7A88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4D79F-7D9F-1C6A-EC79-D7D4726E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4905"/>
          <a:stretch>
            <a:fillRect/>
          </a:stretch>
        </p:blipFill>
        <p:spPr>
          <a:xfrm>
            <a:off x="745378" y="806874"/>
            <a:ext cx="3780898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94B2A-2A85-7037-C217-88E99A3A7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29" y="2258181"/>
            <a:ext cx="5371395" cy="2336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B9C641-040C-0F31-B621-A77C65AAD0A7}"/>
              </a:ext>
            </a:extLst>
          </p:cNvPr>
          <p:cNvSpPr txBox="1"/>
          <p:nvPr/>
        </p:nvSpPr>
        <p:spPr>
          <a:xfrm>
            <a:off x="5003288" y="939581"/>
            <a:ext cx="610437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check duplicates</a:t>
            </a:r>
            <a:endParaRPr lang="en-IN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3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0508-E877-D9ED-3A31-085C6522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B75931-9A17-5C69-E6ED-89868A8DB36B}"/>
              </a:ext>
            </a:extLst>
          </p:cNvPr>
          <p:cNvSpPr txBox="1"/>
          <p:nvPr/>
        </p:nvSpPr>
        <p:spPr>
          <a:xfrm>
            <a:off x="2889846" y="2096472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Date Conversion &amp; Data 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422048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A2800-B794-6E0A-E93A-FD215DA3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FC1063-A8FD-4806-A9FE-7FAFDCEA5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2BCD50-41B4-C7E4-8D82-B3F6D7870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21"/>
          <a:stretch>
            <a:fillRect/>
          </a:stretch>
        </p:blipFill>
        <p:spPr>
          <a:xfrm>
            <a:off x="20" y="10"/>
            <a:ext cx="6103601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B45137-3776-03A2-F977-2F3EB7BF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87"/>
          <a:stretch>
            <a:fillRect/>
          </a:stretch>
        </p:blipFill>
        <p:spPr>
          <a:xfrm>
            <a:off x="6103618" y="10"/>
            <a:ext cx="610362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FBB5-7928-2E0F-186A-482C5322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8C5C03-34BC-5E35-5DAA-A40C87A901D4}"/>
              </a:ext>
            </a:extLst>
          </p:cNvPr>
          <p:cNvSpPr txBox="1"/>
          <p:nvPr/>
        </p:nvSpPr>
        <p:spPr>
          <a:xfrm>
            <a:off x="3952567" y="395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Final Dataset Quality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EB77C-6E98-5B71-A833-8B0156A2774C}"/>
              </a:ext>
            </a:extLst>
          </p:cNvPr>
          <p:cNvSpPr txBox="1"/>
          <p:nvPr/>
        </p:nvSpPr>
        <p:spPr>
          <a:xfrm>
            <a:off x="3460955" y="149760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Results After Cleaning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 Missing Values: 0</a:t>
            </a:r>
          </a:p>
          <a:p>
            <a:pPr>
              <a:buNone/>
            </a:pPr>
            <a:r>
              <a:rPr lang="en-IN" dirty="0"/>
              <a:t> Duplicate Rows: 0</a:t>
            </a:r>
          </a:p>
          <a:p>
            <a:pPr>
              <a:buNone/>
            </a:pPr>
            <a:r>
              <a:rPr lang="en-IN" dirty="0"/>
              <a:t> Date Format Standardized</a:t>
            </a:r>
          </a:p>
          <a:p>
            <a:pPr>
              <a:buNone/>
            </a:pPr>
            <a:r>
              <a:rPr lang="en-IN" dirty="0"/>
              <a:t> Text Values Standardized</a:t>
            </a:r>
          </a:p>
          <a:p>
            <a:pPr>
              <a:buNone/>
            </a:pPr>
            <a:r>
              <a:rPr lang="en-IN" dirty="0"/>
              <a:t> Clean Dataset Saved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99830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7F534-DA19-B608-C2D5-94CCD174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5E0993CC-BA16-5AE8-CF04-01DC94F169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25000"/>
          <a:stretch>
            <a:fillRect/>
          </a:stretch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A8919-26B1-7CD3-FC5B-0AF61E42B49A}"/>
              </a:ext>
            </a:extLst>
          </p:cNvPr>
          <p:cNvSpPr txBox="1"/>
          <p:nvPr/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spc="-50">
                <a:latin typeface="+mj-lt"/>
                <a:ea typeface="+mj-ea"/>
                <a:cs typeface="+mj-cs"/>
              </a:rPr>
              <a:t>Excel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339671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F0B-6243-7A92-7DF5-2E2C4BE8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C38C6-3A0B-2610-8386-2F13FACA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" y="773200"/>
            <a:ext cx="11972057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56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298DF-37EF-8A12-0760-B68DF744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1FFDA05-9640-4040-B33E-D46FD0443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02067-16AD-4130-AD6C-62BCF8E4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6382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14B1B-8BB6-4733-8DD0-15785C4E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63824" y="0"/>
            <a:ext cx="81290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FE24E-3E78-6E00-1764-3770BBEAC1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r="2" b="1618"/>
          <a:stretch>
            <a:fillRect/>
          </a:stretch>
        </p:blipFill>
        <p:spPr>
          <a:xfrm>
            <a:off x="3163824" y="10"/>
            <a:ext cx="8129016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43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8B024-2A72-EF6B-F7D4-947C813E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5104A-09BF-8309-627E-CF5E1FCB60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076" b="3046"/>
          <a:stretch>
            <a:fillRect/>
          </a:stretch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8D9CA-B1F9-2D4A-CC11-D9C1CA3AFF28}"/>
              </a:ext>
            </a:extLst>
          </p:cNvPr>
          <p:cNvSpPr txBox="1"/>
          <p:nvPr/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spc="-50">
                <a:latin typeface="+mj-lt"/>
                <a:ea typeface="+mj-ea"/>
                <a:cs typeface="+mj-cs"/>
              </a:rPr>
              <a:t>Check for Duplicate Order IDs</a:t>
            </a:r>
          </a:p>
        </p:txBody>
      </p:sp>
    </p:spTree>
    <p:extLst>
      <p:ext uri="{BB962C8B-B14F-4D97-AF65-F5344CB8AC3E}">
        <p14:creationId xmlns:p14="http://schemas.microsoft.com/office/powerpoint/2010/main" val="177330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D264C-F229-4700-E714-1E78B14F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951B-5B46-B09B-02A8-6CD03CB31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8842" b="10998"/>
          <a:stretch>
            <a:fillRect/>
          </a:stretch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2FECBA-E98E-917A-51FE-8477D5F1BC44}"/>
              </a:ext>
            </a:extLst>
          </p:cNvPr>
          <p:cNvSpPr txBox="1"/>
          <p:nvPr/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spc="-50" dirty="0">
                <a:latin typeface="+mj-lt"/>
                <a:ea typeface="+mj-ea"/>
                <a:cs typeface="+mj-cs"/>
              </a:rPr>
              <a:t>Convert Date Format</a:t>
            </a:r>
          </a:p>
        </p:txBody>
      </p:sp>
    </p:spTree>
    <p:extLst>
      <p:ext uri="{BB962C8B-B14F-4D97-AF65-F5344CB8AC3E}">
        <p14:creationId xmlns:p14="http://schemas.microsoft.com/office/powerpoint/2010/main" val="183224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BC428-06A5-03C1-3908-078BD552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C05438-8975-4783-BCC7-9A4F0BD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0ACCC9-A5C0-44FC-9472-E3E4BF4B4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7497D-533B-4F4E-6C77-08E99024EF54}"/>
              </a:ext>
            </a:extLst>
          </p:cNvPr>
          <p:cNvSpPr txBox="1"/>
          <p:nvPr/>
        </p:nvSpPr>
        <p:spPr>
          <a:xfrm>
            <a:off x="6941573" y="758952"/>
            <a:ext cx="3907625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Cleaning Summary Sheet</a:t>
            </a: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B8E8AE-1882-46F3-94E7-A2A391494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60873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AE0C4B-4D5E-48B0-929B-038F7E948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EDD75D-65DF-32A7-4D52-6388B5652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966463"/>
              </p:ext>
            </p:extLst>
          </p:nvPr>
        </p:nvGraphicFramePr>
        <p:xfrm>
          <a:off x="944183" y="1658567"/>
          <a:ext cx="5151818" cy="354086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019962">
                  <a:extLst>
                    <a:ext uri="{9D8B030D-6E8A-4147-A177-3AD203B41FA5}">
                      <a16:colId xmlns:a16="http://schemas.microsoft.com/office/drawing/2014/main" val="508677229"/>
                    </a:ext>
                  </a:extLst>
                </a:gridCol>
                <a:gridCol w="1298318">
                  <a:extLst>
                    <a:ext uri="{9D8B030D-6E8A-4147-A177-3AD203B41FA5}">
                      <a16:colId xmlns:a16="http://schemas.microsoft.com/office/drawing/2014/main" val="2868971533"/>
                    </a:ext>
                  </a:extLst>
                </a:gridCol>
                <a:gridCol w="1833538">
                  <a:extLst>
                    <a:ext uri="{9D8B030D-6E8A-4147-A177-3AD203B41FA5}">
                      <a16:colId xmlns:a16="http://schemas.microsoft.com/office/drawing/2014/main" val="1217572292"/>
                    </a:ext>
                  </a:extLst>
                </a:gridCol>
              </a:tblGrid>
              <a:tr h="815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bg1"/>
                          </a:solidFill>
                        </a:rPr>
                        <a:t>Before Cleaning</a:t>
                      </a:r>
                    </a:p>
                  </a:txBody>
                  <a:tcPr marL="150102" marR="115463" marT="115463" marB="11546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bg1"/>
                          </a:solidFill>
                        </a:rPr>
                        <a:t>After Cleaning</a:t>
                      </a:r>
                    </a:p>
                  </a:txBody>
                  <a:tcPr marL="150102" marR="115463" marT="115463" marB="11546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50023"/>
                  </a:ext>
                </a:extLst>
              </a:tr>
              <a:tr h="815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Missing Coupon Codes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309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32356"/>
                  </a:ext>
                </a:extLst>
              </a:tr>
              <a:tr h="546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Duplicate Rows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47028"/>
                  </a:ext>
                </a:extLst>
              </a:tr>
              <a:tr h="546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Invalid Dates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Checked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084929"/>
                  </a:ext>
                </a:extLst>
              </a:tr>
              <a:tr h="815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Text Inconsistencies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Present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Standardized</a:t>
                      </a:r>
                    </a:p>
                  </a:txBody>
                  <a:tcPr marL="150102" marR="115463" marT="115463" marB="11546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59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108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7E20B-9A6F-404E-67B8-A6BB122D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65136D-3BBB-FD0A-A0D7-9992FB21B275}"/>
              </a:ext>
            </a:extLst>
          </p:cNvPr>
          <p:cNvSpPr txBox="1"/>
          <p:nvPr/>
        </p:nvSpPr>
        <p:spPr>
          <a:xfrm>
            <a:off x="3156155" y="2180670"/>
            <a:ext cx="7836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Successfully cleaned 1,200 transaction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Resolved 309 missing </a:t>
            </a:r>
            <a:r>
              <a:rPr lang="en-IN" dirty="0" err="1"/>
              <a:t>CouponCode</a:t>
            </a:r>
            <a:r>
              <a:rPr lang="en-IN" dirty="0"/>
              <a:t>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Standardized date and text formats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Verified zero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Generated an analysis-ready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EAAD15-C57E-BCB7-DB55-9D49CA94456D}"/>
              </a:ext>
            </a:extLst>
          </p:cNvPr>
          <p:cNvSpPr txBox="1"/>
          <p:nvPr/>
        </p:nvSpPr>
        <p:spPr>
          <a:xfrm>
            <a:off x="4404852" y="4151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Outcome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866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9B9ED-373B-ED3F-2963-3D63E008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E0292-3FF5-5372-6F9A-42D0631E136B}"/>
              </a:ext>
            </a:extLst>
          </p:cNvPr>
          <p:cNvSpPr txBox="1"/>
          <p:nvPr/>
        </p:nvSpPr>
        <p:spPr>
          <a:xfrm>
            <a:off x="2831689" y="2032338"/>
            <a:ext cx="8180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Learned practical data cleaning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Gained hands-on experience with 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Understood the importance of data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Practiced Excel and Python-based cleaning methods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Prepared datasets for future analytics and visualization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28D2E-8593-67CB-8405-D3E193979AF3}"/>
              </a:ext>
            </a:extLst>
          </p:cNvPr>
          <p:cNvSpPr txBox="1"/>
          <p:nvPr/>
        </p:nvSpPr>
        <p:spPr>
          <a:xfrm>
            <a:off x="4473678" y="434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Learnings</a:t>
            </a:r>
          </a:p>
        </p:txBody>
      </p:sp>
    </p:spTree>
    <p:extLst>
      <p:ext uri="{BB962C8B-B14F-4D97-AF65-F5344CB8AC3E}">
        <p14:creationId xmlns:p14="http://schemas.microsoft.com/office/powerpoint/2010/main" val="459748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6E94-E94C-1647-6472-C11C5B73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FAD585-7A8D-5D09-3D5C-1FC99D1C7B9D}"/>
              </a:ext>
            </a:extLst>
          </p:cNvPr>
          <p:cNvSpPr txBox="1"/>
          <p:nvPr/>
        </p:nvSpPr>
        <p:spPr>
          <a:xfrm>
            <a:off x="961787" y="758952"/>
            <a:ext cx="5134214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spc="-50"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9" name="Graphic 8" descr="Handshake">
            <a:extLst>
              <a:ext uri="{FF2B5EF4-FFF2-40B4-BE49-F238E27FC236}">
                <a16:creationId xmlns:a16="http://schemas.microsoft.com/office/drawing/2014/main" id="{096A8875-F224-6B95-3E00-C50B91BB6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5484" y="1387839"/>
            <a:ext cx="4077295" cy="407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2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100</TotalTime>
  <Words>240</Words>
  <Application>Microsoft Office PowerPoint</Application>
  <PresentationFormat>Widescreen</PresentationFormat>
  <Paragraphs>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Schoolbook</vt:lpstr>
      <vt:lpstr>Consolas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RETNKARANPILLAI SREEKUMARI LEKSHMI</dc:creator>
  <cp:lastModifiedBy>RETNKARANPILLAI SREEKUMARI LEKSHMI</cp:lastModifiedBy>
  <cp:revision>6</cp:revision>
  <dcterms:created xsi:type="dcterms:W3CDTF">2026-07-04T14:31:43Z</dcterms:created>
  <dcterms:modified xsi:type="dcterms:W3CDTF">2026-07-05T00:38:40Z</dcterms:modified>
</cp:coreProperties>
</file>